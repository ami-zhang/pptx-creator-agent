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演示文稿标题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  <a:latin typeface="微软雅黑"/>
              </a:defRPr>
            </a:pPr>
            <a:r>
              <a:t>副标题内容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这是一个使用 python-pptx 生成的演示文稿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主要内容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第一点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这是第一个要点的详细说明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第二点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这是第二个要点的详细说明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第三点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这是第三个要点的详细说明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第四点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这是第四个要点的详细说明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这是第一个要素的详细描述内容，可以包含多行文字。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这是第二个要素的详细描述内容。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9144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这是第三个要素的详细描述内容。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7432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这是第四个要素的详细描述内容。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27432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这是第五个要素的详细描述内容。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27432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这是第六个要素的详细描述内容。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数据概览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7295" cy="5486400"/>
        </p:xfrm>
        <a:graphic>
          <a:graphicData uri="http://schemas.openxmlformats.org/drawingml/2006/table">
            <a:tbl>
              <a:tblPr firstRow="1" bandRow="1" firstCol="0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371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备注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任务一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张三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按时交付</a:t>
                      </a:r>
                    </a:p>
                  </a:txBody>
                  <a:tcPr anchor="t"/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任务二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李四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需要协调</a:t>
                      </a:r>
                    </a:p>
                  </a:txBody>
                  <a:tcPr anchor="t"/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任务三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王五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待排期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感谢您的关注！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