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16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0" y="3657600"/>
            <a:ext cx="1097280" cy="1097280"/>
          </a:xfrm>
          <a:prstGeom prst="ellipse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rial"/>
              </a:defRPr>
            </a:pPr>
            <a:r>
              <a:t>演示文稿标题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67EEA"/>
                </a:solidFill>
                <a:latin typeface="Arial"/>
              </a:defRPr>
            </a:pPr>
            <a:r>
              <a:t>副标题内容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Arial"/>
              </a:defRPr>
            </a:pPr>
            <a:r>
              <a:t>这是一个使用 python-pptx 生成的演示文稿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主要内容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00" cy="59436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0800" cy="594360"/>
          </a:xfrm>
          <a:prstGeom prst="rect">
            <a:avLst/>
          </a:prstGeom>
          <a:solidFill>
            <a:srgbClr val="00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D9FF"/>
                </a:solidFill>
                <a:latin typeface="Arial"/>
              </a:rPr>
              <a:t>第一点</a:t>
            </a:r>
            <a:r>
              <a:rPr sz="1400">
                <a:solidFill>
                  <a:srgbClr val="FFFFFF"/>
                </a:solidFill>
                <a:latin typeface="Arial"/>
              </a:rPr>
              <a:t> - 这是第一个要点的详细说明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8229600" cy="59436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50800" cy="594360"/>
          </a:xfrm>
          <a:prstGeom prst="rect">
            <a:avLst/>
          </a:prstGeom>
          <a:solidFill>
            <a:srgbClr val="00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D9FF"/>
                </a:solidFill>
                <a:latin typeface="Arial"/>
              </a:rPr>
              <a:t>第二点</a:t>
            </a:r>
            <a:r>
              <a:rPr sz="1400">
                <a:solidFill>
                  <a:srgbClr val="FFFFFF"/>
                </a:solidFill>
                <a:latin typeface="Arial"/>
              </a:rPr>
              <a:t> - 这是第二个要点的详细说明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8229600" cy="59436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50800" cy="594360"/>
          </a:xfrm>
          <a:prstGeom prst="rect">
            <a:avLst/>
          </a:prstGeom>
          <a:solidFill>
            <a:srgbClr val="00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D9FF"/>
                </a:solidFill>
                <a:latin typeface="Arial"/>
              </a:rPr>
              <a:t>第三点</a:t>
            </a:r>
            <a:r>
              <a:rPr sz="1400">
                <a:solidFill>
                  <a:srgbClr val="FFFFFF"/>
                </a:solidFill>
                <a:latin typeface="Arial"/>
              </a:rPr>
              <a:t> - 这是第三个要点的详细说明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37560"/>
            <a:ext cx="8229600" cy="59436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37560"/>
            <a:ext cx="50800" cy="594360"/>
          </a:xfrm>
          <a:prstGeom prst="rect">
            <a:avLst/>
          </a:prstGeom>
          <a:solidFill>
            <a:srgbClr val="00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D9FF"/>
                </a:solidFill>
                <a:latin typeface="Arial"/>
              </a:rPr>
              <a:t>第四点</a:t>
            </a:r>
            <a:r>
              <a:rPr sz="1400">
                <a:solidFill>
                  <a:srgbClr val="FFFFFF"/>
                </a:solidFill>
                <a:latin typeface="Arial"/>
              </a:rPr>
              <a:t> - 这是第四个要点的详细说明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核心要素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14400"/>
            <a:ext cx="2651760" cy="16459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14400"/>
            <a:ext cx="2651760" cy="508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要素一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AAAAA"/>
                </a:solidFill>
                <a:latin typeface="Arial"/>
              </a:defRPr>
            </a:pPr>
            <a:r>
              <a:t>这是第一个要素的详细描述内容，可以包含多行文字。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914400"/>
            <a:ext cx="2651760" cy="16459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46120" y="914400"/>
            <a:ext cx="2651760" cy="50800"/>
          </a:xfrm>
          <a:prstGeom prst="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0972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要素二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4173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AAAAA"/>
                </a:solidFill>
                <a:latin typeface="Arial"/>
              </a:defRPr>
            </a:pPr>
            <a:r>
              <a:t>这是第二个要素的详细描述内容。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914400"/>
            <a:ext cx="2651760" cy="16459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914400"/>
            <a:ext cx="2651760" cy="50800"/>
          </a:xfrm>
          <a:prstGeom prst="rect">
            <a:avLst/>
          </a:prstGeom>
          <a:solidFill>
            <a:srgbClr val="00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0972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要素三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4173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AAAAA"/>
                </a:solidFill>
                <a:latin typeface="Arial"/>
              </a:defRPr>
            </a:pPr>
            <a:r>
              <a:t>这是第三个要素的详细描述内容。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743200"/>
            <a:ext cx="2651760" cy="16459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743200"/>
            <a:ext cx="2651760" cy="508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26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要素四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2461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AAAAA"/>
                </a:solidFill>
                <a:latin typeface="Arial"/>
              </a:defRPr>
            </a:pPr>
            <a:r>
              <a:t>这是第四个要素的详细描述内容。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6120" y="2743200"/>
            <a:ext cx="2651760" cy="16459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46120" y="2743200"/>
            <a:ext cx="2651760" cy="50800"/>
          </a:xfrm>
          <a:prstGeom prst="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2926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要素五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2461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AAAAA"/>
                </a:solidFill>
                <a:latin typeface="Arial"/>
              </a:defRPr>
            </a:pPr>
            <a:r>
              <a:t>这是第五个要素的详细描述内容。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2743200"/>
            <a:ext cx="2651760" cy="16459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80760" y="2743200"/>
            <a:ext cx="2651760" cy="50800"/>
          </a:xfrm>
          <a:prstGeom prst="rect">
            <a:avLst/>
          </a:prstGeom>
          <a:solidFill>
            <a:srgbClr val="00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2926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要素六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324612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AAAAA"/>
                </a:solidFill>
                <a:latin typeface="Arial"/>
              </a:defRPr>
            </a:pPr>
            <a:r>
              <a:t>这是第六个要素的详细描述内容。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总结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7315200" cy="7315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感谢您的关注！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