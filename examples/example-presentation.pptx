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3657600"/>
            <a:ext cx="1097280" cy="1097280"/>
          </a:xfrm>
          <a:prstGeom prst="ellipse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微软雅黑"/>
              </a:defRPr>
            </a:pPr>
            <a:r>
              <a:t>演示文稿标题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7EEA"/>
                </a:solidFill>
                <a:latin typeface="微软雅黑"/>
              </a:defRPr>
            </a:pPr>
            <a:r>
              <a:t>副标题内容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微软雅黑"/>
              </a:defRPr>
            </a:pPr>
            <a:r>
              <a:t>这是一个使用 python-pptx 生成的演示文稿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主要内容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0800" cy="59436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D9FF"/>
                </a:solidFill>
                <a:latin typeface="微软雅黑"/>
              </a:rPr>
              <a:t>第一点</a:t>
            </a:r>
            <a:r>
              <a:rPr sz="1400">
                <a:solidFill>
                  <a:srgbClr val="FFFFFF"/>
                </a:solidFill>
                <a:latin typeface="微软雅黑"/>
              </a:rPr>
              <a:t> - 这是第一个要点的详细说明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8229600" cy="59436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50800" cy="59436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D9FF"/>
                </a:solidFill>
                <a:latin typeface="微软雅黑"/>
              </a:rPr>
              <a:t>第二点</a:t>
            </a:r>
            <a:r>
              <a:rPr sz="1400">
                <a:solidFill>
                  <a:srgbClr val="FFFFFF"/>
                </a:solidFill>
                <a:latin typeface="微软雅黑"/>
              </a:rPr>
              <a:t> - 这是第二个要点的详细说明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8229600" cy="59436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50800" cy="59436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D9FF"/>
                </a:solidFill>
                <a:latin typeface="微软雅黑"/>
              </a:rPr>
              <a:t>第三点</a:t>
            </a:r>
            <a:r>
              <a:rPr sz="1400">
                <a:solidFill>
                  <a:srgbClr val="FFFFFF"/>
                </a:solidFill>
                <a:latin typeface="微软雅黑"/>
              </a:rPr>
              <a:t> - 这是第三个要点的详细说明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37560"/>
            <a:ext cx="8229600" cy="59436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337560"/>
            <a:ext cx="50800" cy="59436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4747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D9FF"/>
                </a:solidFill>
                <a:latin typeface="微软雅黑"/>
              </a:rPr>
              <a:t>第四点</a:t>
            </a:r>
            <a:r>
              <a:rPr sz="1400">
                <a:solidFill>
                  <a:srgbClr val="FFFFFF"/>
                </a:solidFill>
                <a:latin typeface="微软雅黑"/>
              </a:rPr>
              <a:t> - 这是第四个要点的详细说明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核心要素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14400"/>
            <a:ext cx="2651760" cy="164592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914400"/>
            <a:ext cx="2651760" cy="508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要素一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AAAAA"/>
                </a:solidFill>
                <a:latin typeface="微软雅黑"/>
              </a:defRPr>
            </a:pPr>
            <a:r>
              <a:t>这是第一个要素的详细描述内容，可以包含多行文字。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914400"/>
            <a:ext cx="2651760" cy="164592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6120" y="914400"/>
            <a:ext cx="2651760" cy="5080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097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要素二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4173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AAAAA"/>
                </a:solidFill>
                <a:latin typeface="微软雅黑"/>
              </a:defRPr>
            </a:pPr>
            <a:r>
              <a:t>这是第二个要素的详细描述内容。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914400"/>
            <a:ext cx="2651760" cy="164592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914400"/>
            <a:ext cx="2651760" cy="5080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097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要素三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4173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AAAAA"/>
                </a:solidFill>
                <a:latin typeface="微软雅黑"/>
              </a:defRPr>
            </a:pPr>
            <a:r>
              <a:t>这是第三个要素的详细描述内容。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743200"/>
            <a:ext cx="2651760" cy="164592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2743200"/>
            <a:ext cx="2651760" cy="508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926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要素四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2461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AAAAA"/>
                </a:solidFill>
                <a:latin typeface="微软雅黑"/>
              </a:defRPr>
            </a:pPr>
            <a:r>
              <a:t>这是第四个要素的详细描述内容。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2743200"/>
            <a:ext cx="2651760" cy="164592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46120" y="2743200"/>
            <a:ext cx="2651760" cy="50800"/>
          </a:xfrm>
          <a:prstGeom prst="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2926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要素五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2461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AAAAA"/>
                </a:solidFill>
                <a:latin typeface="微软雅黑"/>
              </a:defRPr>
            </a:pPr>
            <a:r>
              <a:t>这是第五个要素的详细描述内容。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2743200"/>
            <a:ext cx="2651760" cy="164592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80760" y="2743200"/>
            <a:ext cx="2651760" cy="5080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2926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要素六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2461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AAAAAA"/>
                </a:solidFill>
                <a:latin typeface="微软雅黑"/>
              </a:defRPr>
            </a:pPr>
            <a:r>
              <a:t>这是第六个要素的详细描述内容。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数据概览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11277600" cy="5486400"/>
        </p:xfrm>
        <a:graphic>
          <a:graphicData uri="http://schemas.openxmlformats.org/drawingml/2006/table">
            <a:tbl>
              <a:tblPr firstRow="1" bandRow="1" firstCol="0">
                <a:tableStyleId>{5C22544A-7EE6-4342-B048-85BDC9FD1C3A}</a:tableStyleId>
              </a:tblPr>
              <a:tblGrid>
                <a:gridCol w="2819400"/>
                <a:gridCol w="2819400"/>
                <a:gridCol w="2819400"/>
                <a:gridCol w="2819400"/>
              </a:tblGrid>
              <a:tr h="13716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项目</a:t>
                      </a:r>
                    </a:p>
                  </a:txBody>
                  <a:tcPr anchor="ctr">
                    <a:solidFill>
                      <a:srgbClr val="667E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状态</a:t>
                      </a:r>
                    </a:p>
                  </a:txBody>
                  <a:tcPr anchor="ctr">
                    <a:solidFill>
                      <a:srgbClr val="667E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负责人</a:t>
                      </a:r>
                    </a:p>
                  </a:txBody>
                  <a:tcPr anchor="ctr">
                    <a:solidFill>
                      <a:srgbClr val="667E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备注</a:t>
                      </a:r>
                    </a:p>
                  </a:txBody>
                  <a:tcPr anchor="ctr">
                    <a:solidFill>
                      <a:srgbClr val="667EEA"/>
                    </a:solidFill>
                  </a:tcPr>
                </a:tc>
              </a:tr>
              <a:tr h="13716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</a:rPr>
                        <a:t>任务一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</a:rPr>
                        <a:t>已完成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</a:rPr>
                        <a:t>张三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</a:rPr>
                        <a:t>按时交付</a:t>
                      </a:r>
                    </a:p>
                  </a:txBody>
                  <a:tcPr anchor="t"/>
                </a:tc>
              </a:tr>
              <a:tr h="13716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</a:rPr>
                        <a:t>任务二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</a:rPr>
                        <a:t>进行中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</a:rPr>
                        <a:t>李四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</a:rPr>
                        <a:t>需要协调</a:t>
                      </a:r>
                    </a:p>
                  </a:txBody>
                  <a:tcPr anchor="t"/>
                </a:tc>
              </a:tr>
              <a:tr h="13716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</a:rPr>
                        <a:t>任务三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</a:rPr>
                        <a:t>未开始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</a:rPr>
                        <a:t>王五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微软雅黑"/>
                        </a:rPr>
                        <a:t>待排期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总结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7315200" cy="73152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感谢您的关注！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